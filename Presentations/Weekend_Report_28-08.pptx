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6BC03-AFB0-4218-B7C3-94E9336FD6CE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AC04E-6E8B-4E05-987A-8481E20143D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00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E0335-572F-0A00-2D57-497244C99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05ABBC-E1D2-7421-A72B-983F0C444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5A4262-1068-5CD9-01E8-45F01A0F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3B067C-E428-BC7D-CCB9-00873DFA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63236C-2F4F-0D1F-05F1-2645080D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11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940C8-F0C4-81B4-13DE-47162368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053B72-18C7-D383-DD06-8349EBCE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BB260-3AD2-1625-CD6E-7294254F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5666E2-F791-ED6A-DC00-3BF0CC99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03BED6-5440-9C7B-AF7A-E6B30920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77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172F5-F24A-BB59-957C-BA1B73C6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D6BD4E-B64C-4CDC-B4B9-2B9E3CBA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668E7-8544-BE5C-A205-A74F002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CC280-D307-6A8B-DCB3-31A952EF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228ACE-6F76-5404-C266-16FE6AE5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87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1AB04-1F4E-87D2-EC14-9C8DC890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B7D30-09ED-213A-0039-7A2F3ECD5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FE9525-77B2-FC2E-5281-4EF329F2F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6F6683-9465-C036-A458-5FE53E24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5DA581-6D49-51F3-C123-C9506D3B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20E629-7318-772B-BE23-044419B7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65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C00F9-824A-8C3B-97A8-D6920D6D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BFA56-09A6-B853-130B-A1BC2C8C4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25D14B-3150-0F17-D71D-04538CDFF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4D8C16-A063-C2AF-DCC9-87C71C476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3E42D4-58EE-4016-8899-DEB442BD4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041BA9-85C6-E740-970D-4CDD388E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AB42F9-F2D7-5C71-C856-7F7B03702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98EDC9-3F68-F205-832D-FDD18AB2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23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059632-C3E8-5D53-9F0A-B3D04152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FCB2D-38A5-6D43-60E3-E79FFBB9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EF757D-0D6B-E35F-A923-6383422F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ED9C64-A13B-2C5E-1DA4-3BC6C48E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91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8B12A4-4383-5E87-8BE6-A3C173A0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5788AC-2D27-9CE8-10DD-36878AE1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2D4B5-5E96-4811-0CB0-59B8429A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04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D092B-FD11-B66A-3026-8D0197BD4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51A020-8BE3-8BBE-D7A9-589ADB6E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C7A947-0687-54D9-35EA-EFABBCC2A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133EB2-6E09-43FB-8EEB-DBBBF708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5933C7-0244-ADD7-25AE-72845C1E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E4AAEE-A3FA-71AD-0BB8-D1D9679C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92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7CB1-0E56-DBE9-E268-9B65D81B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8B5383-DAE6-0C52-00DE-6682ADFC8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DC1FD7-C208-B7E8-E944-10FBCF001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9B4E86-0661-4A30-82EF-856CAD56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5641E9-23B2-C068-F0DA-3A731DEA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E3CD7B-4041-98AC-C37F-392C913A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292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2BFA0-941A-9615-635E-D0D61070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D8370C-6C3B-8C00-043C-2FD6B516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8D19F5-2C62-BACF-4BC1-CD5A66C6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49EA09-3F07-276F-1A5C-F747D30B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9B86DB-34E7-26D3-E27F-E544EF14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43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FFE3BD-2896-9D6D-8E3C-E0DD37B1F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D5A73C-8CD4-5DBD-4A97-2A3D194E8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07B79E-7CD8-DB0A-09C6-4F54E6A8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22E43-4B79-78B8-4708-1D7E202F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0997AA-979D-A32C-E2CF-FD5043DF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118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03B124-0676-8427-392B-BD466473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3945A-1D0A-F0B4-B495-72D0AE9E3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DCE5F7-734C-621E-97C5-26945C5D1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E92E4-497B-4963-9461-9C5AC1BD3FEB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6E1CC7-9F55-3847-B927-062753F74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C4878D-2BE9-239A-2DEA-F4FA5E119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28939-C76E-4C6E-A150-E2EFCA649E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16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Relationship Id="rId9" Type="http://schemas.openxmlformats.org/officeDocument/2006/relationships/image" Target="../media/image2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Relationship Id="rId9" Type="http://schemas.openxmlformats.org/officeDocument/2006/relationships/image" Target="../media/image3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Relationship Id="rId9" Type="http://schemas.openxmlformats.org/officeDocument/2006/relationships/image" Target="../media/image4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43.jpg"/><Relationship Id="rId7" Type="http://schemas.openxmlformats.org/officeDocument/2006/relationships/image" Target="../media/image47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Relationship Id="rId9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Wassertropfen">
            <a:extLst>
              <a:ext uri="{FF2B5EF4-FFF2-40B4-BE49-F238E27FC236}">
                <a16:creationId xmlns:a16="http://schemas.microsoft.com/office/drawing/2014/main" id="{2CF23648-AED1-77BB-9BAA-2AE4FEFA2E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23623" b="1377"/>
          <a:stretch>
            <a:fillRect/>
          </a:stretch>
        </p:blipFill>
        <p:spPr>
          <a:xfrm>
            <a:off x="782669" y="29548"/>
            <a:ext cx="10691280" cy="601384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8FB54E4-D7FA-CD27-237A-2701A84A6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173" y="630936"/>
            <a:ext cx="7315200" cy="2702018"/>
          </a:xfrm>
          <a:noFill/>
        </p:spPr>
        <p:txBody>
          <a:bodyPr anchor="b">
            <a:normAutofit/>
          </a:bodyPr>
          <a:lstStyle/>
          <a:p>
            <a:r>
              <a:rPr lang="de-DE" sz="4800" dirty="0" err="1">
                <a:solidFill>
                  <a:srgbClr val="FFFFFF"/>
                </a:solidFill>
              </a:rPr>
              <a:t>Droplets</a:t>
            </a:r>
            <a:r>
              <a:rPr lang="de-DE" sz="4800" dirty="0">
                <a:solidFill>
                  <a:srgbClr val="FFFFFF"/>
                </a:solidFill>
              </a:rPr>
              <a:t> on </a:t>
            </a:r>
            <a:r>
              <a:rPr lang="de-DE" sz="4800" dirty="0" err="1">
                <a:solidFill>
                  <a:srgbClr val="FFFFFF"/>
                </a:solidFill>
              </a:rPr>
              <a:t>Cylindrical</a:t>
            </a:r>
            <a:r>
              <a:rPr lang="de-DE" sz="4800" dirty="0">
                <a:solidFill>
                  <a:srgbClr val="FFFFFF"/>
                </a:solidFill>
              </a:rPr>
              <a:t> PMMA </a:t>
            </a:r>
            <a:r>
              <a:rPr lang="de-DE" sz="4800" dirty="0" err="1">
                <a:solidFill>
                  <a:srgbClr val="FFFFFF"/>
                </a:solidFill>
              </a:rPr>
              <a:t>Surfaces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34F6-2CE2-AB1D-1F76-01ECF26B0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8174" y="3427487"/>
            <a:ext cx="7315200" cy="2615906"/>
          </a:xfrm>
          <a:noFill/>
        </p:spPr>
        <p:txBody>
          <a:bodyPr anchor="t"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Noah J. R.</a:t>
            </a:r>
          </a:p>
        </p:txBody>
      </p:sp>
    </p:spTree>
    <p:extLst>
      <p:ext uri="{BB962C8B-B14F-4D97-AF65-F5344CB8AC3E}">
        <p14:creationId xmlns:p14="http://schemas.microsoft.com/office/powerpoint/2010/main" val="405461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CF3AA-73FE-5455-8079-025602D4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F39E972-6316-B662-0FAC-8D5F79E1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9B3DAF-64DD-4161-063B-58AEFF9CA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8B96FF8-43B1-2A51-7074-278224346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29CAD96-6298-AC6F-1224-EBD75FE9F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2964E16-43F8-920C-F727-D11EA8A05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365F73A-BDDF-EA66-CAF1-B27CAD295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8345763-F265-A508-D8C0-6C17C59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028D0C5-5E52-B35F-5ED0-637F0924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BE29685-CA07-0FD7-C2DD-70D4C75DF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1548F1F-B450-D9DC-CC5B-003A6A2D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587409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2ul 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drop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size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 </a:t>
            </a:r>
            <a:r>
              <a:rPr lang="de-DE" sz="4800" dirty="0">
                <a:solidFill>
                  <a:schemeClr val="bg1"/>
                </a:solidFill>
              </a:rPr>
              <a:t>on 4mm 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</a:t>
            </a:r>
            <a:r>
              <a:rPr lang="de-DE" sz="4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diameter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24961A-B758-DA37-9D27-4068CE5F4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C3BB6EC-E8EA-02B6-ABCC-9A0BC0FB2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F6A1B16-71B2-6DE4-6100-668F51D05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C913328-0C41-DB9A-008A-B9BC805E6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CC6F261-616B-F5A5-DCE4-7D7D0A7E0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C281D54-CAC6-71CE-8289-C7E719D9E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38CF61E-1209-83B3-67CB-BBEE60FE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547624B-7C49-9C12-5207-7A6EEB8EB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E9F1524-9DA6-3822-E519-9C1299712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9A26864-98A4-A73D-9ED0-38D231962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649B757-6571-9D69-40DD-33F10077D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8F1BA58-4325-C44D-6BAF-F95E6988E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6583E264-F19C-61DF-D1F8-971F23F0F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364" y="1954768"/>
            <a:ext cx="1974488" cy="195817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4866AB8-A65E-0F9F-E431-EC86F1C8B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031" y="4273035"/>
            <a:ext cx="1974488" cy="195817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A3FB8B6-B09D-FAC5-3B0E-F6F7FB2D1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526" y="4290679"/>
            <a:ext cx="1974488" cy="195817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6CB5DB3-3D15-827D-A7AC-9ED6D9CCA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898" y="1993021"/>
            <a:ext cx="1974488" cy="195817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82EDF005-393A-2DF1-A2BC-2D51DB23F5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373" y="2006859"/>
            <a:ext cx="1974488" cy="195817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807BE76-6A45-BE26-AD41-F213DB4357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305" y="4290679"/>
            <a:ext cx="1974488" cy="195817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D2A3398C-C035-FA85-F6D3-164D72383C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223" y="2024849"/>
            <a:ext cx="1974488" cy="195817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E4773D1F-A1A6-EE8B-D6C8-ED08D5AC7E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223" y="4330153"/>
            <a:ext cx="1974488" cy="195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9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B6D79-4CAA-9B08-2339-B923B2F3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E1E17F7-1959-B21F-DF68-94073250B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AEE2FAE-97AB-F804-A135-DE3B69B50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FEAB0D-7D03-8424-7883-DB834185C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3BCDD92-000A-E7E5-C157-6CF219437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3B04596-9EFA-257F-1D2E-404134BA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15B53CE-ADBF-E44E-5078-FE778CA80A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B9CAF2-5817-A7E8-576F-56653D964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05FD2A6-97DC-5FCD-194A-B7D9FD6A6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6442900-E7C0-FC96-12DC-0A995DBA2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34ED515-563B-F8A7-1274-D39839EC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786" y="356038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4ul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>
                <a:solidFill>
                  <a:schemeClr val="bg1"/>
                </a:solidFill>
              </a:rPr>
              <a:t>on 4mm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92CD376-A9D1-8D75-A56A-ED104AC47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EDD48E-604D-9010-22D0-F320B2FC0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A3B8817-78BB-D05F-A70E-5D0DDD542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3994948-2FDB-5EC8-73E0-3DF2AD25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91EE2F-ADD4-7E14-0AA2-AB934C0FF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907F74A-4DDC-A0D9-3307-5F676B2C2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034530B7-EE4A-C00B-F88D-EC06ED24B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30777A3-241A-973B-E665-13E4C901A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018C3A2-35CB-A800-3982-96C9005BB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4C6464A-8662-C91F-683E-3596149BB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F094537-3841-D04E-59DB-56AD9FD9E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E0D6092-D53F-285D-2903-CA153903A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ECDA353C-43AB-A432-5166-CAF780479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21" y="1640221"/>
            <a:ext cx="2336794" cy="231748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689DC24-7AD9-E43D-A2E9-7C311DBF5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58" y="4167125"/>
            <a:ext cx="2336794" cy="231748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DE09189-02B1-E476-B645-290DFC7117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868" y="4119732"/>
            <a:ext cx="2336794" cy="231748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8FC590B-6BAA-C2F6-44C3-FD010A0AFC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779" y="1667597"/>
            <a:ext cx="2336794" cy="231748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A8A828A-F238-408E-C04B-33BB8A442A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199" y="1637721"/>
            <a:ext cx="2336794" cy="231748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D0666AE-2A6A-071B-B1C5-6F6A42D2F2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121" y="4119732"/>
            <a:ext cx="2336794" cy="231748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B687963A-CA3E-D7FE-F309-529C6CC15A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277" y="1558083"/>
            <a:ext cx="2336794" cy="23174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322EE937-2F31-006C-04AF-729AB42180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56" y="4061042"/>
            <a:ext cx="2336794" cy="231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8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A2138-5B5B-A141-9F08-264783A6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37F278D-4C13-63E1-D822-D5752BE75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35BE12-A0B4-DB7B-B433-B189DB243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D619650-C3BB-978E-0C03-51B750AF4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2C0C6AF-A7B9-25CC-3E15-2F64A6187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BCB0849-1698-3FC4-039C-18133859D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B27D11A-8065-1A2D-9887-5B1E7B7EA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B4899F4-D7A8-166B-3C24-FCDB2F6D7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5AD7B52-D582-372A-3A81-578283C56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6B1B676-57D1-8B04-9CA0-6C96B91A3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6AAB973-482D-ED43-850C-BAF6C8C9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338593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6ul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>
                <a:solidFill>
                  <a:schemeClr val="bg1"/>
                </a:solidFill>
              </a:rPr>
              <a:t>on 4mm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6DBC85E-27D2-0120-97A7-047E5AB61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CC7C20B-11C5-7019-4688-27C1717D0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F5999A8-8DD3-9399-3B46-C0AB0330C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3A2585E-F391-D23C-C631-882B15B5D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E519A18-6A5B-E1B2-674F-43FBA3827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A2051B9-8464-CB9A-7F80-760E9DD0E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E2EBD800-C02A-F8D8-79DE-B2D49E65C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348B15B-8B2C-7BB1-6288-43944241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518B5C2-8AF2-09C1-C7A4-0F4B4E415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04E89C7-CF4B-C43E-AB83-207D3E329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97ABD36-4FF2-E8EF-3631-8F3622A3B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935EBDF-9BB0-D9FE-D0B6-CDD3222F0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0B68320D-6BED-A002-6472-A78674BFC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51" y="1761927"/>
            <a:ext cx="2242456" cy="222392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8A1598E-5D99-4BB3-B048-D9433B20F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41" y="4270180"/>
            <a:ext cx="2242456" cy="222392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684F803-10B3-5CF9-99CE-616649D16D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373" y="4198897"/>
            <a:ext cx="2242456" cy="222392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930B30C6-1AAB-B6E4-2D49-9E82615A36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443" y="1734313"/>
            <a:ext cx="2242456" cy="222392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D814725-3C4E-54A2-2E42-1FA5688FF0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661" y="1708833"/>
            <a:ext cx="2242456" cy="222392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7076A89D-F130-8574-21BC-632C66DF15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24" y="4228926"/>
            <a:ext cx="2242456" cy="222392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0E1162B2-9226-C5EF-7A36-2740F7A635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412" y="1680891"/>
            <a:ext cx="2242456" cy="222392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10A32E42-7DBF-A0F3-FC25-08C8F87913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518" y="4184235"/>
            <a:ext cx="2242456" cy="222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9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6D85F-5BA9-4EF1-F30F-E25933FD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192BEEA-6408-660E-9DC2-674F42721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6ADC340-5253-C5E2-E270-D51C9B0C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8731901-79DF-8E64-DB42-D4306535F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572CEBC-DB59-358D-B3BD-AB9FC85E6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DDCD796-10B5-179E-7BE1-CA28F93D6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86940FD-EDA7-0EBF-9B06-FB71972C0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B039FA2-D157-FB37-B7C9-FB4EEFDED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5A629B4-9943-2A0B-BB94-E82AFD318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8F9A502-172D-FB84-7F91-FD6171639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6E14703-DA30-37CC-624F-FF7B351A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786" y="355359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8ul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>
                <a:solidFill>
                  <a:schemeClr val="bg1"/>
                </a:solidFill>
              </a:rPr>
              <a:t>on 4mm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421753-0510-02EE-99E7-288656DCF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3E7333-1C97-BCE3-8E1B-35092C26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5DCAE3D-86CE-6669-CC42-D8586948C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E19B884-C398-91CF-C541-80094C739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DF77F06-FEA4-B2D9-2FFE-4670E269E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FA64C86-11CE-66BB-B83C-97BD87330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1C7B8D2D-0B52-3925-5E5D-7881F9EC6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EE5D897-F63F-96FF-3583-5C0977701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1D4DC50-CDED-1DB0-C33D-A6A113ACF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FDE2399-E766-67F0-56AE-742888CB1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18F7B18-DB75-8DD9-48F3-0D71442BE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6121DE-ADE9-7CB3-8AB8-2F7C4FA4B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8338D75C-04F5-F2D9-D30C-F2FECFD49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84" y="1524089"/>
            <a:ext cx="2414746" cy="239478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19CC7B0-C826-3146-A2E9-74EAF452A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7" y="4048928"/>
            <a:ext cx="2414746" cy="239478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6F352A6-6BCD-CF16-716E-30155ACFD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810" y="4083529"/>
            <a:ext cx="2414746" cy="239478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8F5427A-C770-6E87-8D2A-4E5CFBD352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005" y="1562437"/>
            <a:ext cx="2414746" cy="2394789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49F33150-93D6-154B-FA38-26E69E2161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66" y="1528712"/>
            <a:ext cx="2414746" cy="239478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8803112D-0A00-5DCA-B607-6068A65412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061" y="4077134"/>
            <a:ext cx="2414746" cy="239478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2C1F72F-55E2-1A3C-0E3B-4A90D72DA6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546" y="1528712"/>
            <a:ext cx="2414746" cy="2394789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ED3982F-D195-7636-EA94-3D818D9AF5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847" y="4048928"/>
            <a:ext cx="2414746" cy="239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6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A51A4-F883-0B29-02A9-C5C15512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C914EEA-A0C1-1D9B-6F0D-A07B98EAD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8AE17E-DA37-7412-E03C-ED5FCD3DE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BE7B71E-AD94-D4B3-B6A1-51E8FA832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1DCE92-EFDA-7AEF-369B-30735E816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2BBBCD7-E800-AC99-A3C0-418EAE065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2CFEB59-7D95-A898-C47D-4176D4058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538F3AA-9260-A3EB-72F2-3D4F716C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17368CA-A18B-D32D-AB55-3BA1EFC65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FD27585-7C12-F653-AC4D-36E521FAE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E37AE69-7795-9191-9F45-C3A3DD38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474438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10ul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>
                <a:solidFill>
                  <a:schemeClr val="bg1"/>
                </a:solidFill>
              </a:rPr>
              <a:t>on 4mm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BB62202-7BAE-EA41-A688-D41C94B22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78D25A8-4F58-7DB4-0212-3926A2785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3B72131-E589-C47E-897F-0B8367B75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F19A1EF-B386-C9CF-90BE-72A1BB31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8040B27-EDA6-BA3F-7B5E-9B9005F89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14A74E-1679-6564-1C59-2B120945A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722CC9E5-7BF1-B150-527B-901CE3110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DF96E9C-B15B-10F5-29DD-17C547920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A1B8DF5-8672-740D-14DF-5793ADE48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AA1D33B-55D6-1096-D8FF-9468B67E9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02EAC8A-FAAF-B16D-0968-D1D48D751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D56AE13-7D16-D33A-EA90-2F6E06669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A7BB99FB-ACE8-C0F1-FF37-1EF415EEF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26" y="1529480"/>
            <a:ext cx="2331742" cy="23124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793044B-43AB-85B2-A491-97EEBC364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99" y="4141105"/>
            <a:ext cx="2331742" cy="231247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F329930-711F-68F7-518A-B11ED21D2F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949" y="1590739"/>
            <a:ext cx="2331742" cy="231247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A8DC885-F394-6E99-7A22-6266D970E0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217" y="4149002"/>
            <a:ext cx="2331742" cy="231247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00EB272-EA43-CA55-6CAD-F36CB50562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356" y="1590739"/>
            <a:ext cx="2331742" cy="231247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5625330-D9D1-C578-565A-7BE308DCEC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966" y="4128061"/>
            <a:ext cx="2331742" cy="231247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500F4ACD-3C4B-9E71-3003-43F144C559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119" y="1657389"/>
            <a:ext cx="2331742" cy="231247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0D5E68D2-BBC5-127C-3315-5830E0146E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261" y="4128061"/>
            <a:ext cx="2331742" cy="231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7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120EA-AFCB-55A4-590B-F9FFA7C0D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4BE7807-368E-9648-B197-FD29B67C4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1324B0-1A75-9667-F75D-E01CEBF5E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2C8A0D-1282-C55B-284E-F0C0CE037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920CA1A-61E8-0F3B-DA5B-E6611E568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2062D1A-1FB7-B6FA-A0C1-EA79749A3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6C0C38C-1647-25AA-4BE4-C2F9FD1AA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661CA98-39A3-55C5-BB23-EE465BD69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FFDC00C-6B12-C2EA-8440-54FAB417B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A4DDCD9-EF04-CC72-770A-CBA0D41D0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87258D8-DC61-335D-8635-6CA2B625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16" y="290114"/>
            <a:ext cx="9259719" cy="975028"/>
          </a:xfrm>
          <a:noFill/>
        </p:spPr>
        <p:txBody>
          <a:bodyPr anchor="b">
            <a:norm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12ul</a:t>
            </a:r>
            <a:r>
              <a:rPr lang="de-DE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DE" sz="4800" dirty="0">
                <a:solidFill>
                  <a:schemeClr val="bg1"/>
                </a:solidFill>
              </a:rPr>
              <a:t>on 4mm (!)</a:t>
            </a:r>
            <a:endParaRPr lang="de-DE" sz="4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7156EC-CF7C-50FD-8E00-FA0EE8B10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97DCA8D-9C3A-2ACE-84A5-26AFE3DC4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4B4E1ED-8B3C-BD1C-8585-A1F28FD66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65678EA-3F70-876D-EC8A-F1DECBB63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0EFF5F3-C486-4964-4A67-CB0DC8721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DF62244-41A3-0CC3-F37C-45FABB447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97CBC87B-90B5-C87C-D93F-6B189A0A9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9546EC8-DC56-3BE2-433F-E553F44C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7BE286C-F075-5A46-1450-A5210DDAC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9EE2CDC-D13D-FF35-2FAA-3E2CF2878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C84582B-CB60-2B95-0878-C0BC2C1D8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B9E8673-9F06-5AB0-7C3C-8F3E85EA2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E55F2627-A146-0F14-E098-AC4986A72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05" y="1564156"/>
            <a:ext cx="2466763" cy="244637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DBBC895-9C9D-54C1-F86C-9FC3CA6D8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0" y="4106805"/>
            <a:ext cx="2466763" cy="244637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33C7DEC-96DE-169E-A55A-C85ACEE5B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483" y="1550216"/>
            <a:ext cx="2466763" cy="244637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56D09D38-A25A-6691-D0B8-5D06AAB3F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744" y="4119970"/>
            <a:ext cx="2466763" cy="244637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E7227C6-37B1-01D7-16DF-EAF58975B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061" y="3996593"/>
            <a:ext cx="2466763" cy="244637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1CE62DB-C181-91B5-6044-D82A63CBF2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661" y="1477126"/>
            <a:ext cx="2466763" cy="244637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FCB4681-254C-CE14-E465-3B0BBC8FF4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414" y="1454493"/>
            <a:ext cx="2466763" cy="244637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06E0A53-246E-F4C9-98CB-8FBDA97887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052" y="3996594"/>
            <a:ext cx="2466763" cy="244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4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Breitbild</PresentationFormat>
  <Paragraphs>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Droplets on Cylindrical PMMA Surfaces</vt:lpstr>
      <vt:lpstr>2ul (drop size) on 4mm (diameter)</vt:lpstr>
      <vt:lpstr>4ul on 4mm</vt:lpstr>
      <vt:lpstr>6ul on 4mm</vt:lpstr>
      <vt:lpstr>8ul on 4mm</vt:lpstr>
      <vt:lpstr>10ul on 4mm</vt:lpstr>
      <vt:lpstr>12ul on 4mm (!)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Jasper.Reinhardt</dc:creator>
  <cp:lastModifiedBy>Jasper.Reinhardt</cp:lastModifiedBy>
  <cp:revision>6</cp:revision>
  <dcterms:created xsi:type="dcterms:W3CDTF">2026-08-20T23:10:51Z</dcterms:created>
  <dcterms:modified xsi:type="dcterms:W3CDTF">2026-08-28T07:18:41Z</dcterms:modified>
</cp:coreProperties>
</file>